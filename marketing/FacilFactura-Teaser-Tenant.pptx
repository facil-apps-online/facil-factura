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sotip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7008" y="53035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48640"/>
            <a:ext cx="33192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9DC2F7"/>
                </a:solidFill>
                <a:latin typeface="Segoe UI"/>
              </a:rPr>
              <a:t>PROGRAMA DE DISTRIBUIDORES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8229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Convierte la facturación electrónica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en </a:t>
            </a:r>
            <a:r>
              <a:rPr sz="3400" b="1" i="0">
                <a:solidFill>
                  <a:srgbClr val="0BAA77"/>
                </a:solidFill>
                <a:latin typeface="Segoe UI"/>
              </a:rPr>
              <a:t>tu propio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DCF5"/>
                </a:solidFill>
                <a:latin typeface="Segoe UI"/>
              </a:rPr>
              <a:t>Revende facturación electrónica DIAN a tus clientes con tu marca. Tú fijas el precio por documento; nosotros operamos la firma digital, las colas y la transmisión a la DIAN.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937760"/>
            <a:ext cx="173736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A7A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937760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Marca propia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937760"/>
            <a:ext cx="1860804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A7A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937760"/>
            <a:ext cx="186080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Multi-cliente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3732" y="4937760"/>
            <a:ext cx="2848356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A7A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3732" y="4937760"/>
            <a:ext cx="28483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Motor DIAN gestionado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035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DC2F7"/>
                </a:solidFill>
                <a:latin typeface="Segoe UI"/>
              </a:rPr>
              <a:t>tenants.facil-factura.pro     ·     soporte@facil-apps.online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71F0"/>
                </a:solidFill>
                <a:latin typeface="Segoe U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Tu marca al frente, nuestra</a:t>
            </a:r>
          </a:p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infraestructura DIAN detrás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Certificarte como proveedor tecnológico ante la DIAN toma tiempo y dinero. Con Fácil Factura te lo saltas: nosotros operamos la firma digital y la transmisión SOAP a la DIAN; tú pones tu marca, tus precios y la relación con el cliente.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4206240"/>
            <a:ext cx="201168" cy="201168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3308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Sin certificarte como proveedor tecnológico DIAN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773168"/>
            <a:ext cx="201168" cy="201168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7274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700016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Portal y micrositio propio con tu logo y colores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340096"/>
            <a:ext cx="201168" cy="201168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2943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26694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Un solo panel para administrar a todos tus clientes</a:t>
            </a:r>
          </a:p>
        </p:txBody>
      </p:sp>
      <p:pic>
        <p:nvPicPr>
          <p:cNvPr id="15" name="Picture 14" descr="mockup_tenan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94868"/>
            <a:ext cx="5623560" cy="425114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sotip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  <a:latin typeface="Segoe UI"/>
              </a:rPr>
              <a:t>De la factura de tu cliente a la aprobación DIAN, en segundos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Un motor asíncrono con colas y reintentos que nunca bloquea la pantalla de tu cliente.</a:t>
            </a:r>
          </a:p>
        </p:txBody>
      </p:sp>
      <p:pic>
        <p:nvPicPr>
          <p:cNvPr id="5" name="Picture 4" descr="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14550"/>
            <a:ext cx="1143000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0749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BA8C4"/>
                </a:solidFill>
                <a:latin typeface="Segoe UI"/>
              </a:rPr>
              <a:t>Si la DIAN está lenta o caída, la cola retiene los documentos y reintenta con retroceso exponencial: el sistema de tu cliente nunca se bloquea a la espera de una respuesta.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sotip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AA77"/>
                </a:solidFill>
                <a:latin typeface="Segoe UI"/>
              </a:rPr>
              <a:t>TU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Tú pones el precio.</a:t>
            </a:r>
          </a:p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Nosotros la</a:t>
            </a:r>
          </a:p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infraestructura.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3566160" cy="1192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 dirty="0">
                <a:solidFill>
                  <a:srgbClr val="CFDCF5"/>
                </a:solidFill>
                <a:latin typeface="Segoe UI"/>
              </a:rPr>
              <a:t>Defines la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tarifa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que cobras a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cada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cliente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por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documento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lang="es-CO" sz="1200" b="0" i="0" dirty="0">
                <a:solidFill>
                  <a:srgbClr val="CFDCF5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como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integrador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,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desde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$150 COP.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Cada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mes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pagas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a la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plataforma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una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tarifa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mayorista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que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baja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según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tu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volumen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, hasta $20 COP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por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documento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. La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diferencia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es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tu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CFDCF5"/>
                </a:solidFill>
                <a:latin typeface="Segoe UI"/>
              </a:rPr>
              <a:t>margen</a:t>
            </a:r>
            <a:r>
              <a:rPr sz="1200" b="0" i="0" dirty="0">
                <a:solidFill>
                  <a:srgbClr val="CFDCF5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468880"/>
            <a:ext cx="1965960" cy="1828800"/>
          </a:xfrm>
          <a:prstGeom prst="roundRect">
            <a:avLst>
              <a:gd name="adj" fmla="val 8000"/>
            </a:avLst>
          </a:prstGeom>
          <a:solidFill>
            <a:srgbClr val="1B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93792" y="2670048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Tu tarifa al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324612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Segoe UI"/>
              </a:rPr>
              <a:t>$150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3886200"/>
            <a:ext cx="1636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DCE8FB"/>
                </a:solidFill>
                <a:latin typeface="Segoe UI"/>
              </a:rPr>
              <a:t>Desde</a:t>
            </a:r>
            <a:r>
              <a:rPr sz="900" b="0" i="0" dirty="0">
                <a:solidFill>
                  <a:srgbClr val="DCE8FB"/>
                </a:solidFill>
                <a:latin typeface="Segoe UI"/>
              </a:rPr>
              <a:t> </a:t>
            </a:r>
            <a:r>
              <a:rPr lang="es-CO" sz="900" b="0" i="0" dirty="0">
                <a:solidFill>
                  <a:srgbClr val="DCE8FB"/>
                </a:solidFill>
                <a:latin typeface="Segoe UI"/>
              </a:rPr>
              <a:t>-</a:t>
            </a:r>
            <a:r>
              <a:rPr sz="900" b="0" i="0" dirty="0">
                <a:solidFill>
                  <a:srgbClr val="DCE8FB"/>
                </a:solidFill>
                <a:latin typeface="Segoe UI"/>
              </a:rPr>
              <a:t>la </a:t>
            </a:r>
            <a:r>
              <a:rPr sz="900" b="0" i="0" dirty="0" err="1">
                <a:solidFill>
                  <a:srgbClr val="DCE8FB"/>
                </a:solidFill>
                <a:latin typeface="Segoe UI"/>
              </a:rPr>
              <a:t>fijas</a:t>
            </a:r>
            <a:r>
              <a:rPr sz="900" b="0" i="0" dirty="0">
                <a:solidFill>
                  <a:srgbClr val="DCE8FB"/>
                </a:solidFill>
                <a:latin typeface="Segoe UI"/>
              </a:rPr>
              <a:t> </a:t>
            </a:r>
            <a:r>
              <a:rPr sz="900" b="0" i="0" dirty="0" err="1">
                <a:solidFill>
                  <a:srgbClr val="DCE8FB"/>
                </a:solidFill>
                <a:latin typeface="Segoe UI"/>
              </a:rPr>
              <a:t>tú</a:t>
            </a:r>
            <a:endParaRPr sz="900" b="0" i="0" dirty="0">
              <a:solidFill>
                <a:srgbClr val="DCE8FB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3448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9BA8C4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468880"/>
            <a:ext cx="1965960" cy="1828800"/>
          </a:xfrm>
          <a:prstGeom prst="roundRect">
            <a:avLst>
              <a:gd name="adj" fmla="val 8000"/>
            </a:avLst>
          </a:prstGeom>
          <a:solidFill>
            <a:srgbClr val="1B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9792" y="2670048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Tarifa mayorista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324612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$20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3886200"/>
            <a:ext cx="16367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DCE8FB"/>
                </a:solidFill>
                <a:latin typeface="Segoe UI"/>
              </a:rPr>
              <a:t>Según tu volumen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9BA8C4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468880"/>
            <a:ext cx="1965960" cy="1828800"/>
          </a:xfrm>
          <a:prstGeom prst="roundRect">
            <a:avLst>
              <a:gd name="adj" fmla="val 8000"/>
            </a:avLst>
          </a:prstGeom>
          <a:solidFill>
            <a:srgbClr val="0BA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65792" y="2670048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Tu margen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3246120"/>
            <a:ext cx="1636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$130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3886200"/>
            <a:ext cx="16367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DCE8FB"/>
                </a:solidFill>
                <a:latin typeface="Segoe UI"/>
              </a:rPr>
              <a:t>Por documento emitido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6177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 err="1">
                <a:solidFill>
                  <a:srgbClr val="9BA8C4"/>
                </a:solidFill>
                <a:latin typeface="Segoe UI"/>
              </a:rPr>
              <a:t>Ejemplo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con la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tarifa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mínima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real de un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integrador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($150) y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el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piso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mayorista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por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volumen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($20). Tu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margen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final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depende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de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tu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tarifa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y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tu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9BA8C4"/>
                </a:solidFill>
                <a:latin typeface="Segoe UI"/>
              </a:rPr>
              <a:t>volumen</a:t>
            </a:r>
            <a:r>
              <a:rPr sz="1000" b="0" i="0" dirty="0">
                <a:solidFill>
                  <a:srgbClr val="9BA8C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212080"/>
            <a:ext cx="6309360" cy="473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CFDCF5"/>
                </a:solidFill>
                <a:latin typeface="Segoe UI"/>
              </a:rPr>
              <a:t>El dashboard de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tu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panel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muestra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,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en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tiempo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real,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cuánto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te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deben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tus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clientes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y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cuánto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le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debes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a la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plataforma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este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mes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</a:t>
            </a:r>
            <a:r>
              <a:rPr lang="es-CO" sz="1250" b="0" i="0" dirty="0">
                <a:solidFill>
                  <a:srgbClr val="CFDCF5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 sin hojas de </a:t>
            </a:r>
            <a:r>
              <a:rPr sz="1250" b="0" i="0" dirty="0" err="1">
                <a:solidFill>
                  <a:srgbClr val="CFDCF5"/>
                </a:solidFill>
                <a:latin typeface="Segoe UI"/>
              </a:rPr>
              <a:t>cálculo</a:t>
            </a:r>
            <a:r>
              <a:rPr sz="1250" b="0" i="0" dirty="0">
                <a:solidFill>
                  <a:srgbClr val="CFDCF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Segoe UI"/>
              </a:rPr>
              <a:t>Tu panel de distribuidor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Todo lo que necesitas para administrar tu negocio de reventa, en un solo lugar.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red_cli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11096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260604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Segoe UI"/>
              </a:rPr>
              <a:t>Clientes (Emisores)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53512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Administra los negocios que emiten facturas bajo tu cuenta.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_certific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91109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2856" y="260604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Segoe UI"/>
              </a:rPr>
              <a:t>Certificados Digitales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53512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Sube y gestiona los certificados .p12 (XAdES-EPES) de tus clientes.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_resolu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1911096"/>
            <a:ext cx="512064" cy="512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7616" y="260604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Segoe UI"/>
              </a:rPr>
              <a:t>Resoluciones 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953512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Numeración y vigencias para facturar bajo tu propia razón social.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_factu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059936"/>
            <a:ext cx="512064" cy="512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" y="475488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Segoe UI"/>
              </a:rPr>
              <a:t>Plantillas de Documento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102352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Diseños globales, clonables y personalizables para cada cliente.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4048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_marc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4059936"/>
            <a:ext cx="512064" cy="5120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62856" y="475488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Segoe UI"/>
              </a:rPr>
              <a:t>Apariencia y Marca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5102352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Tu logo, colores y micrositio propio en facil-factura.pro/tu-marca.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4048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059936"/>
            <a:ext cx="512064" cy="5120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57616" y="475488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Segoe UI"/>
              </a:rPr>
              <a:t>Dashboard Analítico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102352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Comprobantes y cortes de facturación en tiempo real.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sotipo-blanc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Segoe UI"/>
              </a:rPr>
              <a:t>Todo lo que tus clientes pueden emitir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27 tipos de documento electrónico DIAN y MinSalud, cubiertos desde una sola cuenta.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fa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56232"/>
            <a:ext cx="420624" cy="4206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75304" y="189280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189280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86584"/>
            <a:ext cx="3282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Segoe UI"/>
              </a:rPr>
              <a:t>Facturación de venta 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Facturas de venta estándar, AIU, mandatos, exportación y contingencia.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con_no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856232"/>
            <a:ext cx="420624" cy="4206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70064" y="189280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0064" y="189280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386584"/>
            <a:ext cx="3282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Segoe UI"/>
              </a:rPr>
              <a:t>Notas crédito y débito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697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Anula, corrige o ajusta tus documentos con notas electrónicas ante la DIAN.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_equivalen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856232"/>
            <a:ext cx="420624" cy="42062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164824" y="189280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64824" y="189280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86584"/>
            <a:ext cx="3282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Segoe UI"/>
              </a:rPr>
              <a:t>Documentos equivalentes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697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Tiquete POS, cine, transporte, peajes, servicios públicos y espectáculos.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64992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_sal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529584"/>
            <a:ext cx="420624" cy="42062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282696" y="356616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0BA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82696" y="35661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MINSALUD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059936"/>
            <a:ext cx="3282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Segoe UI"/>
              </a:rPr>
              <a:t>RIPS sector salud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370832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Registro Individual de Prestación de Servicios con validación CIE-10 y CUPS.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364992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on_nom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529584"/>
            <a:ext cx="420624" cy="42062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370064" y="3566160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70064" y="356616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4059936"/>
            <a:ext cx="3282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Segoe UI"/>
              </a:rPr>
              <a:t>Nómina electrónica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4370832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Documentos de nómina y sus notas de ajuste, conforme a la resolución vigente.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364992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_sopor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529584"/>
            <a:ext cx="420624" cy="42062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1164824" y="3566160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164824" y="356616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059936"/>
            <a:ext cx="3282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Segoe UI"/>
              </a:rPr>
              <a:t>Documento soporte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4370832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4748B"/>
                </a:solidFill>
                <a:latin typeface="Segoe UI"/>
              </a:rPr>
              <a:t>Adquisiciones a no obligados de facturar y sus notas de ajuste.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sotipo-blanc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94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AA77"/>
                </a:solidFill>
                <a:latin typeface="Segoe UI"/>
              </a:rPr>
              <a:t>¿POR QUÉ FÁCIL FACTURA?</a:t>
            </a:r>
          </a:p>
        </p:txBody>
      </p:sp>
      <p:pic>
        <p:nvPicPr>
          <p:cNvPr id="4" name="Picture 3" descr="icon_habili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508" y="1097280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91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Sin certificación DIAN propia</a:t>
            </a:r>
          </a:p>
        </p:txBody>
      </p:sp>
      <p:pic>
        <p:nvPicPr>
          <p:cNvPr id="6" name="Picture 5" descr="icon_a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1097280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3280" y="1691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Motor con colas y reintentos</a:t>
            </a:r>
          </a:p>
        </p:txBody>
      </p:sp>
      <p:pic>
        <p:nvPicPr>
          <p:cNvPr id="8" name="Picture 7" descr="icon_certific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68" y="1097280"/>
            <a:ext cx="5120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1691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Bóveda segura de certificados</a:t>
            </a:r>
          </a:p>
        </p:txBody>
      </p:sp>
      <p:pic>
        <p:nvPicPr>
          <p:cNvPr id="10" name="Picture 9" descr="icon_marc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1097280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1691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100% white-label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06040"/>
            <a:ext cx="94457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Hablemos de tu negocio</a:t>
            </a:r>
          </a:p>
          <a:p>
            <a:pPr algn="ctr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de reventa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03320"/>
            <a:ext cx="7616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CFDCF5"/>
                </a:solidFill>
                <a:latin typeface="Segoe UI"/>
              </a:rPr>
              <a:t>Crea tu cuenta de distribuidor y empieza a facturar con tu marca hoy mismo.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43434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A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434340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09122E"/>
                </a:solidFill>
                <a:latin typeface="Segoe UI"/>
              </a:rPr>
              <a:t>Crea tu cuenta 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tenants.facil-factura.pro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DC2F7"/>
                </a:solidFill>
                <a:latin typeface="Segoe UI"/>
              </a:rPr>
              <a:t>soporte@facil-apps.online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698</Words>
  <Application>Microsoft Office PowerPoint</Application>
  <PresentationFormat>Panorámica</PresentationFormat>
  <Paragraphs>93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José Vicente Zapata Estrada</cp:lastModifiedBy>
  <cp:revision>2</cp:revision>
  <dcterms:created xsi:type="dcterms:W3CDTF">2013-01-27T09:14:16Z</dcterms:created>
  <dcterms:modified xsi:type="dcterms:W3CDTF">2026-08-18T12:32:29Z</dcterms:modified>
  <cp:category/>
</cp:coreProperties>
</file>