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91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-compac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97764"/>
            <a:ext cx="1224838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0"/>
            <a:ext cx="5285232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50" b="0" i="0">
                <a:solidFill>
                  <a:srgbClr val="B9CEF5"/>
                </a:solidFill>
                <a:latin typeface="Segoe UI"/>
              </a:rPr>
              <a:t>Programa de Distribuidores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8064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E293B"/>
                </a:solidFill>
                <a:latin typeface="Segoe UI"/>
              </a:rPr>
              <a:t>Convierte la facturación</a:t>
            </a:r>
          </a:p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1E293B"/>
                </a:solidFill>
                <a:latin typeface="Segoe UI"/>
              </a:rPr>
              <a:t>electrónica en tu negocio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56235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Revende facturación electrónica DIAN a tus clientes con tu propia marca. Tú fijas el precio por documento; Fácil Factura gestiona la firma, la transmisión a la DIAN y la infraestructura por debajo.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29000"/>
            <a:ext cx="1828800" cy="14173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con_mar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3557016"/>
            <a:ext cx="365760" cy="365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6656" y="3995928"/>
            <a:ext cx="15727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E293B"/>
                </a:solidFill>
                <a:latin typeface="Segoe UI"/>
              </a:rPr>
              <a:t>Marca propia (white-label)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4398264"/>
            <a:ext cx="159105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60" b="0" i="0">
                <a:solidFill>
                  <a:srgbClr val="64748B"/>
                </a:solidFill>
                <a:latin typeface="Segoe UI"/>
              </a:rPr>
              <a:t>Tu logo y colores en el micrositio y el portal que ven tus clientes.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3744" y="3429000"/>
            <a:ext cx="1828800" cy="14173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con_red_client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3557016"/>
            <a:ext cx="365760" cy="3657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651760" y="3995928"/>
            <a:ext cx="15727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E293B"/>
                </a:solidFill>
                <a:latin typeface="Segoe UI"/>
              </a:rPr>
              <a:t>Gestión de múltiples clientes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4398264"/>
            <a:ext cx="159105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60" b="0" i="0">
                <a:solidFill>
                  <a:srgbClr val="64748B"/>
                </a:solidFill>
                <a:latin typeface="Segoe UI"/>
              </a:rPr>
              <a:t>Un panel para administrar a todos los negocios que emiten bajo tu cuenta.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98848" y="3429000"/>
            <a:ext cx="1828800" cy="14173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con_bols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6864" y="3557016"/>
            <a:ext cx="365760" cy="3657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626864" y="3995928"/>
            <a:ext cx="15727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E293B"/>
                </a:solidFill>
                <a:latin typeface="Segoe UI"/>
              </a:rPr>
              <a:t>Tarifas por cliente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864" y="4398264"/>
            <a:ext cx="159105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60" b="0" i="0">
                <a:solidFill>
                  <a:srgbClr val="64748B"/>
                </a:solidFill>
                <a:latin typeface="Segoe UI"/>
              </a:rPr>
              <a:t>Tú decides cuánto le cobras a cada cliente por documento emitido.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974336"/>
            <a:ext cx="1828800" cy="14173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con_dash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" y="5102352"/>
            <a:ext cx="365760" cy="3657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76656" y="5541264"/>
            <a:ext cx="15727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E293B"/>
                </a:solidFill>
                <a:latin typeface="Segoe UI"/>
              </a:rPr>
              <a:t>Dashboard financiero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" y="5943600"/>
            <a:ext cx="159105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60" b="0" i="0">
                <a:solidFill>
                  <a:srgbClr val="64748B"/>
                </a:solidFill>
                <a:latin typeface="Segoe UI"/>
              </a:rPr>
              <a:t>Cuentas por cobrar a tus clientes y por pagar a la plataforma, en tiempo real.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23744" y="4974336"/>
            <a:ext cx="1828800" cy="14173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con_certificad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1760" y="5102352"/>
            <a:ext cx="365760" cy="3657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651760" y="5541264"/>
            <a:ext cx="15727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E293B"/>
                </a:solidFill>
                <a:latin typeface="Segoe UI"/>
              </a:rPr>
              <a:t>Alertas de certificados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5943600"/>
            <a:ext cx="159105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60" b="0" i="0">
                <a:solidFill>
                  <a:srgbClr val="64748B"/>
                </a:solidFill>
                <a:latin typeface="Segoe UI"/>
              </a:rPr>
              <a:t>Aviso preventivo del vencimiento de los certificados digitales de tus clientes.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98848" y="4974336"/>
            <a:ext cx="1828800" cy="14173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con_habilitaci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6864" y="5102352"/>
            <a:ext cx="365760" cy="3657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626864" y="5541264"/>
            <a:ext cx="15727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E293B"/>
                </a:solidFill>
                <a:latin typeface="Segoe UI"/>
              </a:rPr>
              <a:t>Habilitación DIAN gestionada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6864" y="5943600"/>
            <a:ext cx="159105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60" b="0" i="0">
                <a:solidFill>
                  <a:srgbClr val="64748B"/>
                </a:solidFill>
                <a:latin typeface="Segoe UI"/>
              </a:rPr>
              <a:t>La plataforma asume la complejidad técnica de cada cliente ante la DIAN.</a:t>
            </a:r>
          </a:p>
        </p:txBody>
      </p:sp>
      <p:pic>
        <p:nvPicPr>
          <p:cNvPr id="32" name="Picture 31" descr="mockup_tenant_dashboar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26616" y="1417320"/>
            <a:ext cx="4233600" cy="32004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6446520" y="4846320"/>
            <a:ext cx="5193792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20840" y="498348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F71F0"/>
                </a:solidFill>
                <a:latin typeface="Segoe UI"/>
              </a:rPr>
              <a:t>Tú fijas tus tarifas de reventa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266944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4748B"/>
                </a:solidFill>
                <a:latin typeface="Segoe UI"/>
              </a:rPr>
              <a:t>Según tu volumen, la tarifa mayorista baja hasta $20 COP por documento.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5669280"/>
            <a:ext cx="466344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dirty="0">
                <a:solidFill>
                  <a:srgbClr val="1E293B"/>
                </a:solidFill>
                <a:latin typeface="Segoe UI"/>
              </a:rPr>
              <a:t>C</a:t>
            </a:r>
            <a:r>
              <a:rPr lang="es-CO" sz="1250" b="1" i="0" dirty="0" err="1">
                <a:solidFill>
                  <a:srgbClr val="1E293B"/>
                </a:solidFill>
                <a:latin typeface="Segoe UI"/>
              </a:rPr>
              <a:t>ontáctanos</a:t>
            </a:r>
            <a:r>
              <a:rPr lang="es-CO" sz="1250" b="1" i="0" dirty="0">
                <a:solidFill>
                  <a:srgbClr val="1E293B"/>
                </a:solidFill>
                <a:latin typeface="Segoe UI"/>
              </a:rPr>
              <a:t> para c</a:t>
            </a:r>
            <a:r>
              <a:rPr sz="1250" b="1" i="0" dirty="0">
                <a:solidFill>
                  <a:srgbClr val="1E293B"/>
                </a:solidFill>
                <a:latin typeface="Segoe UI"/>
              </a:rPr>
              <a:t>rea</a:t>
            </a:r>
            <a:r>
              <a:rPr lang="es-CO" sz="1250" b="1" i="0" dirty="0">
                <a:solidFill>
                  <a:srgbClr val="1E293B"/>
                </a:solidFill>
                <a:latin typeface="Segoe UI"/>
              </a:rPr>
              <a:t>r</a:t>
            </a:r>
            <a:r>
              <a:rPr sz="1250" b="1" i="0" dirty="0">
                <a:solidFill>
                  <a:srgbClr val="1E293B"/>
                </a:solidFill>
                <a:latin typeface="Segoe UI"/>
              </a:rPr>
              <a:t> </a:t>
            </a:r>
            <a:r>
              <a:rPr sz="1250" b="1" i="0" dirty="0" err="1">
                <a:solidFill>
                  <a:srgbClr val="1E293B"/>
                </a:solidFill>
                <a:latin typeface="Segoe UI"/>
              </a:rPr>
              <a:t>tu</a:t>
            </a:r>
            <a:r>
              <a:rPr sz="1250" b="1" i="0" dirty="0">
                <a:solidFill>
                  <a:srgbClr val="1E293B"/>
                </a:solidFill>
                <a:latin typeface="Segoe UI"/>
              </a:rPr>
              <a:t> </a:t>
            </a:r>
            <a:r>
              <a:rPr sz="1250" b="1" i="0" dirty="0" err="1">
                <a:solidFill>
                  <a:srgbClr val="1E293B"/>
                </a:solidFill>
                <a:latin typeface="Segoe UI"/>
              </a:rPr>
              <a:t>cuenta</a:t>
            </a:r>
            <a:endParaRPr sz="1250" b="1" i="0" dirty="0">
              <a:solidFill>
                <a:srgbClr val="1E293B"/>
              </a:solidFill>
              <a:latin typeface="Segoe U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720840" y="5980176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Segoe UI"/>
              </a:rPr>
              <a:t>www.facil-factura.pro   ·   soporte@facil-apps.online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1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isotipo-blanc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6547104"/>
            <a:ext cx="237744" cy="23774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49808" y="6473952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 Semibold"/>
              </a:rPr>
              <a:t>Fácil Factura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6473952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 i="0">
                <a:solidFill>
                  <a:srgbClr val="B9CEF5"/>
                </a:solidFill>
                <a:latin typeface="Segoe UI"/>
              </a:rPr>
              <a:t>www.facil-factura.pro   ·   soporte@facil-apps.online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91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-compac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0604"/>
            <a:ext cx="1224838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0"/>
            <a:ext cx="528523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 i="0">
                <a:solidFill>
                  <a:srgbClr val="B9CEF5"/>
                </a:solidFill>
                <a:latin typeface="Segoe UI"/>
              </a:rPr>
              <a:t>Tu panel de distribuidor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E293B"/>
                </a:solidFill>
                <a:latin typeface="Segoe UI"/>
              </a:rPr>
              <a:t>Todo lo que necesitas para administrar tu negocio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Segoe UI"/>
              </a:rPr>
              <a:t>Un panel para tus clientes, sus certificados, resoluciones y tu propia marca.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352044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con_red_clien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020823"/>
            <a:ext cx="384048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4944" y="2496311"/>
            <a:ext cx="32278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Segoe UI"/>
              </a:rPr>
              <a:t>Clientes (Emisores)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788919"/>
            <a:ext cx="32278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Administra los negocios que emiten facturas bajo tu cuenta.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874519"/>
            <a:ext cx="352044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con_certificad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264" y="2020823"/>
            <a:ext cx="384048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98264" y="2496311"/>
            <a:ext cx="32278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Segoe UI"/>
              </a:rPr>
              <a:t>Certificados Digitales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8264" y="2788919"/>
            <a:ext cx="32278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Sube y gestiona los certificados .p12 (XAdES-EPES) de tus clientes.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1874519"/>
            <a:ext cx="352044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con_resoluc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1584" y="2020823"/>
            <a:ext cx="384048" cy="3840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101584" y="2496311"/>
            <a:ext cx="32278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Segoe UI"/>
              </a:rPr>
              <a:t>Resoluciones DIAN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1584" y="2788919"/>
            <a:ext cx="32278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Numeración y vigencias para facturar bajo tu propia razón social.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300983"/>
            <a:ext cx="352044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con_factur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3447287"/>
            <a:ext cx="384048" cy="3840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94944" y="3922775"/>
            <a:ext cx="32278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Segoe UI"/>
              </a:rPr>
              <a:t>Plantillas de Documento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4215383"/>
            <a:ext cx="32278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Diseños globales, clonables y personalizables para cada cliente.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3300983"/>
            <a:ext cx="352044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con_marc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8264" y="3447287"/>
            <a:ext cx="384048" cy="3840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398264" y="3922775"/>
            <a:ext cx="32278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Segoe UI"/>
              </a:rPr>
              <a:t>Apariencia y Marca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98264" y="4215383"/>
            <a:ext cx="32278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Tu logo, colores y micrositio propio en facil-factura.pro/tu-marca.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80" y="3300983"/>
            <a:ext cx="352044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con_dashbo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01584" y="3447287"/>
            <a:ext cx="384048" cy="38404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101584" y="3922775"/>
            <a:ext cx="32278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Segoe UI"/>
              </a:rPr>
              <a:t>Dashboard Analítico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01584" y="4215383"/>
            <a:ext cx="32278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Comprobantes y cortes de facturación en tiempo real.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074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Segoe UI"/>
              </a:rPr>
              <a:t>Cómo funciona tu negocio de reventa</a:t>
            </a:r>
          </a:p>
        </p:txBody>
      </p:sp>
      <p:sp>
        <p:nvSpPr>
          <p:cNvPr id="33" name="Oval 32"/>
          <p:cNvSpPr/>
          <p:nvPr/>
        </p:nvSpPr>
        <p:spPr>
          <a:xfrm>
            <a:off x="548640" y="5532120"/>
            <a:ext cx="365760" cy="365760"/>
          </a:xfrm>
          <a:prstGeom prst="ellipse">
            <a:avLst/>
          </a:prstGeom>
          <a:solidFill>
            <a:srgbClr val="2F7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55321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" y="5513832"/>
            <a:ext cx="2880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Segoe UI"/>
              </a:rPr>
              <a:t>Crea tu cuenta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" y="580644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Regístrate como distribuidor y personaliza tu marca.</a:t>
            </a:r>
          </a:p>
        </p:txBody>
      </p:sp>
      <p:sp>
        <p:nvSpPr>
          <p:cNvPr id="37" name="Oval 36"/>
          <p:cNvSpPr/>
          <p:nvPr/>
        </p:nvSpPr>
        <p:spPr>
          <a:xfrm>
            <a:off x="4160520" y="5532120"/>
            <a:ext cx="365760" cy="365760"/>
          </a:xfrm>
          <a:prstGeom prst="ellipse">
            <a:avLst/>
          </a:prstGeom>
          <a:solidFill>
            <a:srgbClr val="2F7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160520" y="55321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72584" y="5513832"/>
            <a:ext cx="2880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Segoe UI"/>
              </a:rPr>
              <a:t>Da de alta a tus clientes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72584" y="580644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Cada cliente se habilita ante la DIAN bajo tu cuenta.</a:t>
            </a:r>
          </a:p>
        </p:txBody>
      </p:sp>
      <p:sp>
        <p:nvSpPr>
          <p:cNvPr id="41" name="Oval 40"/>
          <p:cNvSpPr/>
          <p:nvPr/>
        </p:nvSpPr>
        <p:spPr>
          <a:xfrm>
            <a:off x="7772400" y="5532120"/>
            <a:ext cx="365760" cy="365760"/>
          </a:xfrm>
          <a:prstGeom prst="ellipse">
            <a:avLst/>
          </a:prstGeom>
          <a:solidFill>
            <a:srgbClr val="2F7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72400" y="55321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84464" y="5513832"/>
            <a:ext cx="2880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Segoe UI"/>
              </a:rPr>
              <a:t>Cobra tu margen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84464" y="5806440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Facturas tu tarifa; pagas a la plataforma la tarifa mayorista.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1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isotipo-blanc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480" y="6547104"/>
            <a:ext cx="237744" cy="23774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49808" y="6473952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 Semibold"/>
              </a:rPr>
              <a:t>Fácil Factura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6473952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50" b="0" i="0">
                <a:solidFill>
                  <a:srgbClr val="B9CEF5"/>
                </a:solidFill>
                <a:latin typeface="Segoe UI"/>
              </a:rPr>
              <a:t>www.facil-factura.pro   ·   soporte@facil-apps.online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378</Words>
  <Application>Microsoft Office PowerPoint</Application>
  <PresentationFormat>Panorámica</PresentationFormat>
  <Paragraphs>49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Calibri</vt:lpstr>
      <vt:lpstr>Segoe UI</vt:lpstr>
      <vt:lpstr>Segoe UI Semibold</vt:lpstr>
      <vt:lpstr>Office Theme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José Vicente Zapata Estrada</cp:lastModifiedBy>
  <cp:revision>2</cp:revision>
  <dcterms:created xsi:type="dcterms:W3CDTF">2013-01-27T09:14:16Z</dcterms:created>
  <dcterms:modified xsi:type="dcterms:W3CDTF">2026-08-18T12:31:17Z</dcterms:modified>
  <cp:category/>
</cp:coreProperties>
</file>